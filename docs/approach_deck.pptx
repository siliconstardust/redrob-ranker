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 in composite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Title family</c:v>
                  </c:pt>
                  <c:pt idx="1">
                    <c:v>Core skills (trust-weighted)</c:v>
                  </c:pt>
                  <c:pt idx="2">
                    <c:v>Narrative evidence</c:v>
                  </c:pt>
                  <c:pt idx="3">
                    <c:v>Experience band</c:v>
                  </c:pt>
                  <c:pt idx="4">
                    <c:v>Location fit</c:v>
                  </c:pt>
                  <c:pt idx="5">
                    <c:v>TF-IDF similarity</c:v>
                  </c:pt>
                  <c:pt idx="6">
                    <c:v>Nice-to-have skills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</c:v>
                </c:pt>
                <c:pt idx="1">
                  <c:v>27</c:v>
                </c:pt>
                <c:pt idx="2">
                  <c:v>13</c:v>
                </c:pt>
                <c:pt idx="3">
                  <c:v>10</c:v>
                </c:pt>
                <c:pt idx="4">
                  <c:v>7</c:v>
                </c:pt>
                <c:pt idx="5">
                  <c:v>5</c:v>
                </c:pt>
                <c:pt idx="6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F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F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Candidate Discovery &amp; Ranking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structured-feature + semantic-similarity ranker for the Redrob Hackathon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AI Engineer (Founding Team) — Job-Description Match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966960" y="822960"/>
            <a:ext cx="1645920" cy="1645920"/>
          </a:xfrm>
          <a:prstGeom prst="ellipse">
            <a:avLst/>
          </a:prstGeom>
          <a:solidFill>
            <a:srgbClr val="141A4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12344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problem isn't ranking. It's not getting fooled.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JD is explicit: a candidate with every AI keyword in their skills list but a Marketing Manager title is not a fit. A candidate with no buzzwords but a real recommendation-systems career is. The dataset is built to test exactly this.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377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</a:rPr>
              <a:t>CAND_0000021 — found in the sample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Manager, 14.5 yrs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listed: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LLMs, LangChain, Pinecone, Vector Search, Embeddings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history: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Wipro, Infosys, Stark Industries, Dunder Mifflin, TCS — PM/Marketing/Sales titles throughout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51206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9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ranker places this candidate at rank ~22 of 50, not top 10 — title carries 32% of the composite weight and gates hard on off-target titles.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214884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377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9D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fit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</a:rPr>
              <a:t>CAND_0000031 — found in the sample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324612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 Engineer, 6.0 yrs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Engineer -&gt; NLP Engineer -&gt; Search Engineer -&gt; Recommendation Systems Engineer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Zomato, Uber, Mad Street Den, Swiggy — all product companies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29400" y="51206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9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ranker places this candidate at rank 1 of 50 — title match, trust-weighted skills, and narrative evidence all align.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four stages, fully explainable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traces back to specific fields in the candidate record — no black box, no hidden LLM call.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2402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240487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461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Feature extraction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8404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Title-family classification, trust-weighted skills, tenure pattern, location fit, honeypot checks.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55778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C9B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features.py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8328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29100" y="22402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692" y="2404872"/>
            <a:ext cx="493776" cy="4937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2461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Composite scoring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11880" y="38404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structured score + TF-IDF similarity to JD, then a disqualifier gate.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566160" y="55778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C9B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scorer.py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2648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72300" y="22402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892" y="2404872"/>
            <a:ext cx="493776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32461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Behavioral modifier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55080" y="38404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Multiplicative adjustment from Redrob signals: recency, response rate, verification.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309360" y="55778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C9B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scorer.py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86968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141A4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715500" y="22402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0092" y="2404872"/>
            <a:ext cx="493776" cy="4937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52560" y="32461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Reasoning + output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098280" y="38404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Fact-grounded reasoning strings, tie-break repair, spec-compliant CSV.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9052560" y="55778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C9B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reasoning.py / rank.py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goes into the composite score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carries the most weight deliberately — it's the strongest defense against keyword stuffing.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108813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aren't taken at face value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skill claim is discounted by a trust multiplier built from fields the schema already provides.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 = 0.3 + 0.5 x min(duration_months/24, 1) + 0.2 x min(endorsements/10, 1)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proficiency = "expert" AND duration_months = 0 AND endorsements = 0 -&gt; trust x 0.25 (stuffing signature)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56616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7947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38221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Stuffed claim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0120" y="44348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"Expert" Pinecone, 0 endorsements, 0 months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50749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~ 0.075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217920" y="356616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7947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38221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9D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claim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37960" y="44348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"Advanced" FAISS, 8 endorsements, 35 months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537960" y="50749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9D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~ 1.0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45720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finding we built around: description text is noisy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career_history[].description fields frequently don't match their paired title/company — e.g. a "Project Manager" entry whose description reads as brand-design work. A quick heuristic check across the 50-candidate sample flagged this pattern in roughly 18% of career_history entries.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2514600"/>
            <a:ext cx="10881360" cy="3566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274320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ranker deliberately does NOT trust individual description text for technical claims: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5840" y="3291840"/>
            <a:ext cx="10149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1F9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profile.current_title and profile.summary (internally coherent across the sample)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F9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skills[] with proficiency/endorsements/duration_months — explicit trust signals the schema provides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cautiously: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career_history only in aggregate — industries touched, company-size trend, tenure pattern — never parsed for specific per-role technical claims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resume: behavior and honeypots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69164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3040" y="16276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Behavioral multiplier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914400" y="22402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perfect-on-paper candidate who hasn't logged in for 6 months and has a 5% response rate is, for hiring purposes, not actually available. We apply this as a multiplicative modifier — never additive — so it can meaningfully discount but doesn't override a strong skills/title match on its own.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914400" y="365760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recency_mult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max(0.4, 1 - days_since_active/365)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response_mult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0.6 + 0.4 x recruiter_response_rate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open_mult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1.0 if open_to_work else 0.85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verify_mult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0.85 + 0.05 x verified_count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355080" y="1371600"/>
            <a:ext cx="5212080" cy="4663440"/>
          </a:xfrm>
          <a:prstGeom prst="roundRect">
            <a:avLst>
              <a:gd name="adj" fmla="val 156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629400" y="1600200"/>
            <a:ext cx="457200" cy="457200"/>
          </a:xfrm>
          <a:prstGeom prst="ellipse">
            <a:avLst/>
          </a:prstGeom>
          <a:solidFill>
            <a:srgbClr val="C2454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170078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78040" y="162763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Honeypot detection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629400" y="2240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Internal-consistency checks — any flag excludes a candidate from the top-100 eligible pool entirely: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629400" y="274320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YOE vs. sum of career_history durations off by &gt;5 years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skills claimed "expert" with 0 duration_months each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role with &gt;30 years duration_months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Graduated 2024+ but claims 10+ years experience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last_active_date in the future relative to run date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629400" y="53949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keep honeypot rate well under the 10% top-100 disqualification threshold.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inside the compute box, not around 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calls, no network calls, no hosted LLM per candidate — TF-IDF is fit locally against the JD text and the pool itself.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rgbClr val="141A4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35915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48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Wall-clock budget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514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&lt;= 5 min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29718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~30s for 100K candidates (tested)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192024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194560"/>
            <a:ext cx="640080" cy="640080"/>
          </a:xfrm>
          <a:prstGeom prst="ellipse">
            <a:avLst/>
          </a:prstGeom>
          <a:solidFill>
            <a:srgbClr val="141A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35915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2148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315200" y="2514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only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537960" y="29718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TF-IDF, no GPU anywhere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420624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480560"/>
            <a:ext cx="640080" cy="640080"/>
          </a:xfrm>
          <a:prstGeom prst="ellipse">
            <a:avLst/>
          </a:prstGeom>
          <a:solidFill>
            <a:srgbClr val="141A4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464515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4434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737360" y="4800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960120" y="52578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API calls during ranking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217920" y="420624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92240" y="4480560"/>
            <a:ext cx="640080" cy="640080"/>
          </a:xfrm>
          <a:prstGeom prst="ellipse">
            <a:avLst/>
          </a:prstGeom>
          <a:solidFill>
            <a:srgbClr val="141A4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645152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15200" y="4434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315200" y="4800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&lt;= 16 GB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537960" y="52578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linear pass, no full-pool matrix held in memory beyond TF-IDF sparse matrix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approach doesn't do (yet)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plainly, per the spec's own guidance: be specific and honest, not impressive.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901952"/>
            <a:ext cx="164592" cy="164592"/>
          </a:xfrm>
          <a:prstGeom prst="ellipse">
            <a:avLst/>
          </a:prstGeom>
          <a:solidFill>
            <a:srgbClr val="C24545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7373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end-to-end against the 50-candidate sample only — the full 100K-candidate pool (candidates.jsonl.gz) was not available at build time, so absolute score calibration against the real pool is unverified.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3044952"/>
            <a:ext cx="164592" cy="164592"/>
          </a:xfrm>
          <a:prstGeom prst="ellipse">
            <a:avLst/>
          </a:prstGeom>
          <a:solidFill>
            <a:srgbClr val="C24545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8803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is a lexical/n-gram similarity proxy, not a true dense embedding — it gets a 5% weight precisely because it's the most stuffer-vulnerable signal in the mix.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187952"/>
            <a:ext cx="164592" cy="164592"/>
          </a:xfrm>
          <a:prstGeom prst="ellipse">
            <a:avLst/>
          </a:prstGeom>
          <a:solidFill>
            <a:srgbClr val="C24545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0233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heuristics are rule-based and tuned against patterns visible in the sample; the full pool's ~80 honeypots may include variants these specific rules don't catch.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5330952"/>
            <a:ext cx="164592" cy="164592"/>
          </a:xfrm>
          <a:prstGeom prst="ellipse">
            <a:avLst/>
          </a:prstGeom>
          <a:solidFill>
            <a:srgbClr val="C24545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51663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(32/27/13/10/7/5/6) were hand-set from reading the JD and testing against the sample, not learned from labeled data — there is no ground truth to fit against during the competition.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command reproduces the submission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141A47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103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src/rank.py --candidates ./data/candidates.jsonl.gz --out ./output/submission.csv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features.py, scorer.py, reasoning.py, rank.py — fully documented, no hidden steps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Validator: 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all format checks (row count, rank uniqueness, score monotonicity, tie-break ordering) against test output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seconds for 100K candidates in local testing, well within the 5-minute budget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Claude as a development tool — architecture, scoring logic, and bug fixes (including a real tie-break violation caught by running the official validator) were iterated and verified, not pasted-and-prayed.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Candidate Discovery &amp; Ranking — Approach</dc:title>
  <dc:subject>PptxGenJS Presentation</dc:subject>
  <dc:creator>Redrob Hackathon Submission</dc:creator>
  <cp:lastModifiedBy>Redrob Hackathon Submission</cp:lastModifiedBy>
  <cp:revision>1</cp:revision>
  <dcterms:created xsi:type="dcterms:W3CDTF">2026-06-22T04:15:54Z</dcterms:created>
  <dcterms:modified xsi:type="dcterms:W3CDTF">2026-06-22T04:15:54Z</dcterms:modified>
</cp:coreProperties>
</file>